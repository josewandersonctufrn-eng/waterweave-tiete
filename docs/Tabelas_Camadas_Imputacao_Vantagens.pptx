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Tabelas por Camada e Vantagens da Imputação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9748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Dado real, direto das tabelas Delta do projeto — Alto Tietê como fio condutor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Bronze — espelho fiel, formato longo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bronze.cetesb — uma linha por medição individual, sem qualquer agregação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2286000"/>
                <a:gridCol w="228600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codigo_ponto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parametro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resultado_numerico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CRUM02500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1978-01-01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DBO (5, 20)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mg/L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PCAB02100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1978-01-01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DBO (5, 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mg/L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657600"/>
            <a:ext cx="10881360" cy="2194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5FA8"/>
                </a:solidFill>
                <a:latin typeface="Calibri"/>
              </a:rPr>
              <a:t>O que o Bronze faz: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2E44"/>
                </a:solidFill>
                <a:latin typeface="Calibri"/>
              </a:rPr>
              <a:t>Nenhuma agregação, nenhuma comparação entre fontes e nenhuma decisão real-vs-simulado acontece aqui. Cada fonte vira sua própria tabela, intocada — a única coisa que o Bronze acrescenta é a coluna de proveniência (fonte_tipo).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Tabelas por camada e vantagens da imputação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Silver — duas tabelas separadas, mesmo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Real e simulado já têm o mesmo schema, mas ainda não se tocam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5532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1188720"/>
                <a:gridCol w="1005840"/>
                <a:gridCol w="160020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dbo_mg_l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od_mg_l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1978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33.66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27.04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4.49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1980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28.31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14.49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3.78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37560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F9E4F"/>
                </a:solidFill>
                <a:latin typeface="Calibri"/>
              </a:rPr>
              <a:t>silver.qualidade_cetesb (REAL) — Alto Tietê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508760"/>
          <a:ext cx="5349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60120"/>
                <a:gridCol w="1143000"/>
                <a:gridCol w="960120"/>
                <a:gridCol w="1554480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dbo_mg_l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od_mg_l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1940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86.0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1.96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7.63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1941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82.0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1.78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7.69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33375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C9A227"/>
                </a:solidFill>
                <a:latin typeface="Calibri"/>
              </a:rPr>
              <a:t>silver.qualidade (SIMULADO) — Alto Tietê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11018520" cy="19202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42231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5FA8"/>
                </a:solidFill>
                <a:latin typeface="Calibri"/>
              </a:rPr>
              <a:t>O que o Silver faz: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79"/>
            <a:ext cx="1046988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0F2E44"/>
                </a:solidFill>
                <a:latin typeface="Calibri"/>
              </a:rPr>
              <a:t>O Silver normaliza o schema (mesmas colunas, mesmas unidades) e sobe a granularidade para trecho × ano — mas real e simulado continuam em tabelas totalmente separadas. Nenhuma escolha entre as duas acontece ainda.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Tabelas por camada e vantagens da imputação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Gold — onde a escolha realmente acontece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gold.feature_store_ml_anual — achado real: uma lacuna de medição em 2021–2022, não só nas bordas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554480"/>
          <a:ext cx="10149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2560320"/>
                <a:gridCol w="256032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agropecuária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imputado?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26.5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29.9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26.5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28.3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26.1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13.4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25.3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05840" y="4343400"/>
            <a:ext cx="10149840" cy="169164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50799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C0392B"/>
                </a:solidFill>
                <a:latin typeface="Calibri"/>
              </a:rPr>
              <a:t>Achado real: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892040"/>
            <a:ext cx="960120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A1F1A"/>
                </a:solidFill>
                <a:latin typeface="Calibri"/>
              </a:rPr>
              <a:t>A CETESB simplesmente não teve estação reportando para o Alto Tietê em 2021 e 2022 — não é um defeito do pipeline, é uma lacuna real da fonte, no MEIO da série, não só no início. O mecanismo de combinação capturou isso automaticamente, sem tratamento caso a caso.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Tabelas por camada e vantagens da imputação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Gold — imputação nas bordas da série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% de área agropecuária, Alto Tietê — janela real do MapBiomas é 1985–2023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1645920"/>
          <a:ext cx="9235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463040"/>
                <a:gridCol w="33832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Ano(s)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agropecuária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imputado?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Explicação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1976–1984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34,24 (repetido)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Emprestado do 1º ano real (1985)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1985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34,24 (1º valor 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Início da janela real MapBiomas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1986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33,28 (já muda)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Segundo ano real — a série volta a se mover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463040" y="4206240"/>
            <a:ext cx="9235440" cy="18288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437083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Por que isso é seguro: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754880"/>
            <a:ext cx="868680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2E44"/>
                </a:solidFill>
                <a:latin typeface="Calibri"/>
              </a:rPr>
              <a:t>Repare: de 1985 para 1986 a mudança real foi de menos de 1 ponto percentual — exatamente por isso repetir o valor de 1985 para trás (1976–1984) é uma aposta de baixo risco. Não existe uma “seca de uso do solo” que tornaria essa repetição perigosa.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Tabelas por camada e vantagens da imputação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F2E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 que a imputação traz de vantagem, concretamente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1. Evita descartar linhas de treino inteiras por causa de uma coluna — </a:t>
            </a:r>
            <a:r>
              <a:rPr sz="1500">
                <a:solidFill>
                  <a:srgbClr val="1A1A1A"/>
                </a:solidFill>
                <a:latin typeface="Calibri"/>
              </a:rPr>
              <a:t>o treino usa dropna: sem imputação, todo o intervalo 1976–1984 e 2024–2025 seria perdido só por causa do uso do solo, mesmo com IQA real disponível.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2. Corrige uma desigualdade real entre trechos — </a:t>
            </a:r>
            <a:r>
              <a:rPr sz="1500">
                <a:solidFill>
                  <a:srgbClr val="1A1A1A"/>
                </a:solidFill>
                <a:latin typeface="Calibri"/>
              </a:rPr>
              <a:t>documentado no próprio código: sem tratamento, ~27% dos anos do Alto Tietê ficariam sem vazão e ~10% do Baixo Tietê — penalizando trechos com pior cobertura de instrumentação, não com pior qualidade de água.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3. É uma aposta de baixo risco — </a:t>
            </a:r>
            <a:r>
              <a:rPr sz="1500">
                <a:solidFill>
                  <a:srgbClr val="1A1A1A"/>
                </a:solidFill>
                <a:latin typeface="Calibri"/>
              </a:rPr>
              <a:t>uso do solo muda devagar ano a ano; por isso o limite é maior (10 anos) do que para vazão/chuva (2 anos), que variam de verdade de um ano para outro.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4. Mantém as séries temporais contínuas — </a:t>
            </a:r>
            <a:r>
              <a:rPr sz="1500">
                <a:solidFill>
                  <a:srgbClr val="1A1A1A"/>
                </a:solidFill>
                <a:latin typeface="Calibri"/>
              </a:rPr>
              <a:t>lags e médias móveis (iqa_lag1a, iqa_media_movel_5a) quebrariam em cascata se houvesse buracos no meio da série anual das preditoras exógenas.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5. Nada é irreversível ou escondido — </a:t>
            </a:r>
            <a:r>
              <a:rPr sz="1500">
                <a:solidFill>
                  <a:srgbClr val="1A1A1A"/>
                </a:solidFill>
                <a:latin typeface="Calibri"/>
              </a:rPr>
              <a:t>a flag “_imputado” permite a qualquer pesquisador reproduzir a análise só com dado 100% real, se quiser um teste de sensibilidade mais conservador.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Tabelas por camada e vantagens da imputação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265176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Resumo 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Bronze espelha, Silver organiza sem misturar, e é só no Gold que a escolha real-vs-simulado e a imputação acontecem — sempre marcadas, sempre reversíveis, e desenhadas para não perder dado real de treino por causa de uma lacuna pequena em outra coluna.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89199"/>
                </a:solidFill>
                <a:latin typeface="Calibri"/>
              </a:rPr>
              <a:t>WaterWeave-Tietê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