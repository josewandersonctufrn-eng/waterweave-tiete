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O Que Foi Feito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Dados atualizados, credenciais externas configuradas, 4 bugs reais corrigidos e uma nova funcionalidade — tudo testado e enviado ao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Esta Sessão em Números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51760" cy="137160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F5FA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5697A"/>
                </a:solidFill>
                <a:latin typeface="Calibri"/>
              </a:rPr>
              <a:t>Commits reais
enviados ao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651760" cy="137160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361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F5FA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5697A"/>
                </a:solidFill>
                <a:latin typeface="Calibri"/>
              </a:rPr>
              <a:t>Bugs reais
encontrados e corrigidos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651760" cy="137160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361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F5FA8"/>
                </a:solidFill>
                <a:latin typeface="Calibri"/>
              </a:rPr>
              <a:t>179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5697A"/>
                </a:solidFill>
                <a:latin typeface="Calibri"/>
              </a:rPr>
              <a:t>Testes automatizados
passando (0 falhas)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17320"/>
            <a:ext cx="2651760" cy="137160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53619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F5FA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5697A"/>
                </a:solidFill>
                <a:latin typeface="Calibri"/>
              </a:rPr>
              <a:t>Fontes externas
configuradas e validadas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5697A"/>
                </a:solidFill>
                <a:latin typeface="Calibri"/>
              </a:rPr>
              <a:t>Todos os bugs foram encontrados rodando a aplicação de verdade (Playwright, não só lendo código) e confirmados com screenshot antes/depois.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84048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4183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Commit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O que foi feito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6ddf014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Pipeline completo rodado, dados/modelos atualizados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ab9777b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Corrige KeyError em prever_iqa (uso do solo nunca preenchido)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e5eeab1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Recalibra fator_clima contra a CDS real — confirma reprodutibilidade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a1f048f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Ingere uso do solo e sensoriamento histórico reais via Earth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10f3810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Corrige mapa quebrado (watermark) no Mapa Interativo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2e18e91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Corrige IQA do ABM saturado em 100 no Comparativo de Cenários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2ed4de9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Corrige metodologia incorreta no Relatório Automático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6df4ea9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Adiciona IQA oficial CETESB/NSF (9 parâmetros) em Cenários Futuros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Dados Atualizados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Pipeline completo rodado e duas fontes externas configuradas pela primeira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Pipeline Geral + Credenciais Externas Configuradas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697A"/>
                </a:solidFill>
                <a:latin typeface="Calibri"/>
              </a:rPr>
              <a:t>Bronze/Silver/Gold recomputados a partir das fontes locais e do conector ANA/SNIRH ao vivo; modelos de ML retreinados; diagnósticos SHAP regenerados.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44068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10512"/>
            <a:ext cx="4928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30" b="1" i="0">
                <a:solidFill>
                  <a:srgbClr val="1F5FA8"/>
                </a:solidFill>
                <a:latin typeface="Calibri"/>
              </a:rPr>
              <a:t>O que foi configurado: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39696"/>
            <a:ext cx="4928616" cy="3941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2E44"/>
                </a:solidFill>
                <a:latin typeface="Calibri"/>
              </a:rPr>
              <a:t>Configurado pela primeira vez nesta máquina: WATERWEAVE_EE_PROJECT (Google Earth Engine) e WATERWEAVE_CDS_API_KEY (Copernicus CDS) — antes só os proxies fixos estavam disponíveis.
Uso do solo real (MapBiomas): 1.515 linhas, 3 trechos, 1985-2023.
Sensoriamento histórico real (Landsat): 903 observações anuais, 7 pontos, 1984-presente.
Modelos retreinados: MAE de walk-forward idêntico ao anterior — confirma que os dados já estavam corretos, não é uma correção de dado, é validação da fonte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486400" cy="448056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1051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30" b="1" i="0">
                <a:solidFill>
                  <a:srgbClr val="C9A227"/>
                </a:solidFill>
                <a:latin typeface="Calibri"/>
              </a:rPr>
              <a:t>Recalibração climática: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39696"/>
            <a:ext cx="4974336" cy="3941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2E44"/>
                </a:solidFill>
                <a:latin typeface="Calibri"/>
              </a:rPr>
              <a:t>fator_clima recalculado contra a Copernicus CDS real (ERA5 baseline 1995-2014 vs. CMIP6 SSP5-8.5 2040-2060, modelo mpi_esm1_2_lr).
Resultado: 0,9820527915310199 — byte a byte IDÊNTICO ao calibrado em julho.
Confirma que a calibração é estável e reproduzível, não uma coincidência de uma rodada — o baseline CMIP6 é clima histórico fixo, não muda com o tempo real.
Nenhuma credencial foi salva em arquivo do repositório — usada só como variável de ambiente durante a execução.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Bugs Reais Corrigidos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Encontrados rodando a aplicação de verdade, não só lendo 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4 Bugs Reais — Antes e Depois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E44"/>
                </a:solidFill>
                <a:latin typeface="Calibri"/>
              </a:rPr>
              <a:t>Mapa Interativo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0392B"/>
                </a:solidFill>
                <a:latin typeface="Calibri"/>
              </a:rPr>
              <a:t>Antes: watermark "API KEY REQUIRED" cobrindo o mapa inteiro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34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9E4F"/>
                </a:solidFill>
                <a:latin typeface="Calibri"/>
              </a:rPr>
              <a:t>Depois: mapa renderiza limpo (trocado para OpenStreetMap)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E44"/>
                </a:solidFill>
                <a:latin typeface="Calibri"/>
              </a:rPr>
              <a:t>prever_iqa (ML)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0392B"/>
                </a:solidFill>
                <a:latin typeface="Calibri"/>
              </a:rPr>
              <a:t>Antes: KeyError toda vez que a previsão recursiva rodava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87451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9E4F"/>
                </a:solidFill>
                <a:latin typeface="Calibri"/>
              </a:rPr>
              <a:t>Depois: previsão funciona para os 3 trechos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E44"/>
                </a:solidFill>
                <a:latin typeface="Calibri"/>
              </a:rPr>
              <a:t>Comparativo de Cenários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0392B"/>
                </a:solidFill>
                <a:latin typeface="Calibri"/>
              </a:rPr>
              <a:t>Antes: IQA = 100,00 para TODO trecho/cenário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514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9E4F"/>
                </a:solidFill>
                <a:latin typeface="Calibri"/>
              </a:rPr>
              <a:t>Depois: valores diferenciados (ex. Alto Tietê 42,3/45,5/41,8)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E44"/>
                </a:solidFill>
                <a:latin typeface="Calibri"/>
              </a:rPr>
              <a:t>Relatório Automático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546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0392B"/>
                </a:solidFill>
                <a:latin typeface="Calibri"/>
              </a:rPr>
              <a:t>Antes: dizia "simulação ABM", mas usa dado real CETESB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154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9E4F"/>
                </a:solidFill>
                <a:latin typeface="Calibri"/>
              </a:rPr>
              <a:t>Depois: metodologia corrigida em pt/en/fr/es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64240" cy="21031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0792"/>
            <a:ext cx="10552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80" b="1" i="0">
                <a:solidFill>
                  <a:srgbClr val="1F5FA8"/>
                </a:solidFill>
                <a:latin typeface="Calibri"/>
              </a:rPr>
              <a:t>Um padrão comum aos 4 bugs: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79976"/>
            <a:ext cx="10552176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F2E44"/>
                </a:solidFill>
                <a:latin typeface="Calibri"/>
              </a:rPr>
              <a:t>Todos os 4 bugs eram invisíveis lendo o código isoladamente — só apareceram rodando a aplicação de verdade (Streamlit + Playwright, com screenshot real da tela) ou baixando o PDF gerado e lendo o texto produzido. Em 2 casos (Comparativo de Cenários e Relatório Automático), a causa raiz era uma fórmula ou um texto reaproveitado por engano de outra parte do sistema — não um erro de sintaxe, um erro de LÓGICA que só a leitura atenta do resultado real revelou.
Cada correção veio com teste de guarda automatizado (regressão) para nunca mais voltar silenciosamente.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Nova Funcionalidade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IQA calculado pelo modelo oficial da CETESB, não mais só o proxy simplificado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IQA Oficial CETESB/NSF — 9 Parâmetros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Pedido do usuário: "na tela Cenários Futuros quero que o IQA seja calculado no modelo que a CETESB calcula" — até então, todo o projeto usava um proxy de 2 parâmetros (OD/DBO), inclusive o ABM.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40680" cy="452628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4928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10" b="1" i="0">
                <a:solidFill>
                  <a:srgbClr val="1F5FA8"/>
                </a:solidFill>
                <a:latin typeface="Calibri"/>
              </a:rPr>
              <a:t>O que foi implementado: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93976"/>
            <a:ext cx="4928616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0F2E44"/>
                </a:solidFill>
                <a:latin typeface="Calibri"/>
              </a:rPr>
              <a:t>9 parâmetros: OD, coliformes termotolerantes, pH, DBO, temperatura, nitrogênio total, fósforo total, turbidez, sólidos totais.
Fórmula: produtório ponderado (IQA = Π qᵢ^wᵢ), pesos oficiais da CETESB.
Fonte: CETESB (2007), "Qualidade das Águas Interiores no Estado de São Paulo", Anexo III — documento oficial localizado e lido por inteiro para esta implementação.
A CETESB nunca publicou as 9 curvas como equações — só como gráficos. Digitalizadas por interpolação linear, priorizando os pontos EXATOS que a própria CETESB escreve por extenso (ex.: "se OD %sat. &gt; 140, q9 = 47,0").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486400" cy="452628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64792"/>
            <a:ext cx="4974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10" b="1" i="0">
                <a:solidFill>
                  <a:srgbClr val="2F9E4F"/>
                </a:solidFill>
                <a:latin typeface="Calibri"/>
              </a:rPr>
              <a:t>Cuidados tomados: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93976"/>
            <a:ext cx="4974336" cy="3986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0F2E44"/>
                </a:solidFill>
                <a:latin typeface="Calibri"/>
              </a:rPr>
              <a:t>Escopo limitado de propósito à tela "Cenários Futuros" — o Comparativo de Cenários continua no proxy simplificado, intocado.
Efeito colateral real corrigido: a comparação ML-vs-Biofísico usava a mesma coluna "iqa" — ajustada para comparar a escala certa (senão a divergência reportada inflaria só por mudança de fórmula, não por desacordo real).
Dois textos de metodologia (tela + PDF) ainda diziam "proxy simplificado, não o oficial de 9 parâmetros" — agora corrigidos para esta página.
17 testes de guarda cobrindo os pontos exatos publicados pela CETESB.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Diagnóstico 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Um documento de 12 páginas sobre para onde o projeto pode ir a seguir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Diagnóstico_Roadmap_Pesquisa_WaterWeave_Tiete.docx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Três perguntas respondidas com base só no que já existe no projeto — nenhum item é especulativo.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420624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19072"/>
            <a:ext cx="30998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60" b="1" i="0">
                <a:solidFill>
                  <a:srgbClr val="C0392B"/>
                </a:solidFill>
                <a:latin typeface="Calibri"/>
              </a:rPr>
              <a:t>1 — O que melhorar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48256"/>
            <a:ext cx="3099816" cy="3666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30" b="0" i="0">
                <a:solidFill>
                  <a:srgbClr val="1A1A1A"/>
                </a:solidFill>
                <a:latin typeface="Calibri"/>
              </a:rPr>
              <a:t>Limitações técnicas já documentadas no código: coeficientes não calibrados por campo, uso do solo estático no ABM, instabilidade do ML no Alto Tietê, duas fórmulas de IQA coexistindo, curvas oficiais ainda não validadas contra campanha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11880" cy="420624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19072"/>
            <a:ext cx="30998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60" b="1" i="0">
                <a:solidFill>
                  <a:srgbClr val="C9A227"/>
                </a:solidFill>
                <a:latin typeface="Calibri"/>
              </a:rPr>
              <a:t>2 — O que explorar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48256"/>
            <a:ext cx="3099816" cy="3666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30" b="0" i="0">
                <a:solidFill>
                  <a:srgbClr val="1A1A1A"/>
                </a:solidFill>
                <a:latin typeface="Calibri"/>
              </a:rPr>
              <a:t>Dado real já ingerido e subutilizado: os índices IAP/IVA/IET da própria CETESB, sensoriamento remoto real (Landsat) parado sem uso em modelo, uso do solo dinâmico, metais pesados/pesticidas reais represados na base bruta.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611880" cy="42062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719072"/>
            <a:ext cx="30998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60" b="1" i="0">
                <a:solidFill>
                  <a:srgbClr val="2F9E4F"/>
                </a:solidFill>
                <a:latin typeface="Calibri"/>
              </a:rPr>
              <a:t>3 — Estudos possíveis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048256"/>
            <a:ext cx="3099816" cy="3666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30" b="0" i="0">
                <a:solidFill>
                  <a:srgbClr val="1A1A1A"/>
                </a:solidFill>
                <a:latin typeface="Calibri"/>
              </a:rPr>
              <a:t>10 estudos prontos para começar hoje, cada um com pergunta de pesquisa, dado já disponível, o que falta (normalmente só análise/redação) e destino de publicação sugerido — do artigo de drivers via SHAP à análise de sensibilidade do ABM.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55697A"/>
                </a:solidFill>
                <a:latin typeface="Calibri"/>
              </a:rPr>
              <a:t>+ seção de priorização (imediato/curto/médio/longo prazo) e 23 referências bibliográficas reais, agrupadas por tema.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O Que Foi Feito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265176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Em 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Dados reais atualizados de ponta a ponta, duas credenciais externas configuradas e validadas, quatro bugs reais corrigidos com teste de guarda, uma nova funcionalidade pedida (IQA oficial) implementada com rastreabilidade completa até a fonte oficial, e um roadmap de pesquisa documentado para os próximos passos — tudo já no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89199"/>
                </a:solidFill>
                <a:latin typeface="Calibri"/>
              </a:rPr>
              <a:t>WaterWeave-Tietê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