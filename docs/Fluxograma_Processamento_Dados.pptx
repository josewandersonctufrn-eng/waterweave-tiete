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173200" cy="83613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173200" cy="836139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91979"/>
            <a:ext cx="1234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Fluxograma Detalhado do Processamento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60659"/>
            <a:ext cx="1234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17859"/>
            <a:ext cx="1234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B8CCDE"/>
                </a:solidFill>
                <a:latin typeface="Calibri"/>
              </a:rPr>
              <a:t>Da fonte bruta à tabela final — arquitetura Medallion (Bronze/Silver/Gold)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721318"/>
            <a:ext cx="1234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173200" cy="83613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uxograma_dado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3898880" cy="7302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